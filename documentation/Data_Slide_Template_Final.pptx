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17" r:id="rId4"/>
  </p:sldMasterIdLst>
  <p:notesMasterIdLst>
    <p:notesMasterId r:id="rId6"/>
  </p:notesMasterIdLst>
  <p:handoutMasterIdLst>
    <p:handoutMasterId r:id="rId7"/>
  </p:handoutMasterIdLst>
  <p:sldIdLst>
    <p:sldId id="338" r:id="rId5"/>
  </p:sldIdLst>
  <p:sldSz cx="12192000" cy="6858000"/>
  <p:notesSz cx="6950075" cy="9236075"/>
  <p:custShowLst>
    <p:custShow name="Format Guide Workshop" id="0">
      <p:sldLst/>
    </p:custShow>
  </p:custShowLst>
  <p:custDataLst>
    <p:tags r:id="rId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0782F0-208F-5F22-BC4E-8938E8BAC7FC}" name="Schupe, Laura" initials="SL" userId="Schupe, Laura"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1" autoAdjust="0"/>
    <p:restoredTop sz="96323" autoAdjust="0"/>
  </p:normalViewPr>
  <p:slideViewPr>
    <p:cSldViewPr snapToGrid="0">
      <p:cViewPr varScale="1">
        <p:scale>
          <a:sx n="64" d="100"/>
          <a:sy n="64" d="100"/>
        </p:scale>
        <p:origin x="52" y="548"/>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2574" y="44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7/22/2025</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7/22/2025</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5.xml"/><Relationship Id="rId7" Type="http://schemas.openxmlformats.org/officeDocument/2006/relationships/image" Target="../media/image2.emf"/><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6.xml"/><Relationship Id="rId9"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8.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6.xml"/><Relationship Id="rId5" Type="http://schemas.openxmlformats.org/officeDocument/2006/relationships/image" Target="../media/image9.png"/><Relationship Id="rId4" Type="http://schemas.openxmlformats.org/officeDocument/2006/relationships/image" Target="../media/image7.emf"/></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33.xml"/><Relationship Id="rId7" Type="http://schemas.openxmlformats.org/officeDocument/2006/relationships/image" Target="../media/image4.jp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2.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7.xml"/><Relationship Id="rId7" Type="http://schemas.openxmlformats.org/officeDocument/2006/relationships/image" Target="../media/image2.emf"/><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oleObject" Target="../embeddings/oleObject5.bin"/><Relationship Id="rId5" Type="http://schemas.openxmlformats.org/officeDocument/2006/relationships/slideMaster" Target="../slideMasters/slideMaster1.xml"/><Relationship Id="rId4" Type="http://schemas.openxmlformats.org/officeDocument/2006/relationships/tags" Target="../tags/tag38.xml"/><Relationship Id="rId9" Type="http://schemas.openxmlformats.org/officeDocument/2006/relationships/image" Target="../media/image4.jpg"/></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6.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4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image" Target="../media/image5.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6.xml"/></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7.xml"/></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8.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9.xml"/><Relationship Id="rId5" Type="http://schemas.openxmlformats.org/officeDocument/2006/relationships/image" Target="../media/image9.png"/><Relationship Id="rId4" Type="http://schemas.openxmlformats.org/officeDocument/2006/relationships/image" Target="../media/image2.emf"/></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0.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61.xml"/></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2.xml"/></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3.xml"/></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4.xml"/></Relationships>
</file>

<file path=ppt/slideLayouts/_rels/slideLayout57.xml.rels><?xml version="1.0" encoding="UTF-8" standalone="yes"?>
<Relationships xmlns="http://schemas.openxmlformats.org/package/2006/relationships"><Relationship Id="rId3" Type="http://schemas.openxmlformats.org/officeDocument/2006/relationships/tags" Target="../tags/tag67.xml"/><Relationship Id="rId7" Type="http://schemas.openxmlformats.org/officeDocument/2006/relationships/image" Target="../media/image4.jpg"/><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2.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8.xml"/></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0.xml"/><Relationship Id="rId1" Type="http://schemas.openxmlformats.org/officeDocument/2006/relationships/tags" Target="../tags/tag69.x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71.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72.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6.xml"/><Relationship Id="rId1" Type="http://schemas.openxmlformats.org/officeDocument/2006/relationships/tags" Target="../tags/tag75.x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77.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78.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81.xml"/><Relationship Id="rId5" Type="http://schemas.openxmlformats.org/officeDocument/2006/relationships/image" Target="../media/image5.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98561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sp>
        <p:nvSpPr>
          <p:cNvPr id="33" name="Freeform 3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1515183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657312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73000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052710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12323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058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884277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592263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651496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2352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63280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257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679174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3252687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5" name="Picture 14"/>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208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974192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871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438078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6" name="Picture 15"/>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280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69865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70558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426197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1202179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830073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902310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824906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7353693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7" name="Freeform 6"/>
          <p:cNvSpPr>
            <a:spLocks noChangeAspect="1"/>
          </p:cNvSpPr>
          <p:nvPr userDrawn="1">
            <p:custDataLst>
              <p:tags r:id="rId3"/>
            </p:custDataLst>
          </p:nvPr>
        </p:nvSpPr>
        <p:spPr bwMode="auto">
          <a:xfrm>
            <a:off x="2676858"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36612475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654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sp>
        <p:nvSpPr>
          <p:cNvPr id="13" name="Freeform 1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220698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4043400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0075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819904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22366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482945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793922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60452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301659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29057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2" name="Picture 11"/>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32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997916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6992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5893568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809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969027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83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984939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5850758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36192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741941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4837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909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640827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571185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413221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75382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3"/>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2351621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8187540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2570314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63492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72928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6077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270190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1865576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4400617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206140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339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7847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657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9"/>
            </p:custDataLst>
            <p:extLst>
              <p:ext uri="{D42A27DB-BD31-4B8C-83A1-F6EECF244321}">
                <p14:modId xmlns:p14="http://schemas.microsoft.com/office/powerpoint/2010/main" val="1194141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0" imgW="270" imgH="270" progId="TCLayout.ActiveDocument.1">
                  <p:embed/>
                </p:oleObj>
              </mc:Choice>
              <mc:Fallback>
                <p:oleObj name="think-cell Slide" r:id="rId70" imgW="270" imgH="270" progId="TCLayout.ActiveDocument.1">
                  <p:embed/>
                  <p:pic>
                    <p:nvPicPr>
                      <p:cNvPr id="0" name=""/>
                      <p:cNvPicPr/>
                      <p:nvPr/>
                    </p:nvPicPr>
                    <p:blipFill>
                      <a:blip r:embed="rId71"/>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83" r:id="rId3"/>
    <p:sldLayoutId id="2147485158" r:id="rId4"/>
    <p:sldLayoutId id="2147485113" r:id="rId5"/>
    <p:sldLayoutId id="2147485114" r:id="rId6"/>
    <p:sldLayoutId id="2147485154" r:id="rId7"/>
    <p:sldLayoutId id="2147485162" r:id="rId8"/>
    <p:sldLayoutId id="2147485149" r:id="rId9"/>
    <p:sldLayoutId id="2147485087" r:id="rId10"/>
    <p:sldLayoutId id="2147485112" r:id="rId11"/>
    <p:sldLayoutId id="2147485155" r:id="rId12"/>
    <p:sldLayoutId id="2147485164" r:id="rId13"/>
    <p:sldLayoutId id="2147485109" r:id="rId14"/>
    <p:sldLayoutId id="2147485165" r:id="rId15"/>
    <p:sldLayoutId id="2147485110" r:id="rId16"/>
    <p:sldLayoutId id="2147485166" r:id="rId17"/>
    <p:sldLayoutId id="2147485156" r:id="rId18"/>
    <p:sldLayoutId id="2147485167" r:id="rId19"/>
    <p:sldLayoutId id="2147485108" r:id="rId20"/>
    <p:sldLayoutId id="2147485107" r:id="rId21"/>
    <p:sldLayoutId id="2147485106" r:id="rId22"/>
    <p:sldLayoutId id="2147485090" r:id="rId23"/>
    <p:sldLayoutId id="2147485091" r:id="rId24"/>
    <p:sldLayoutId id="2147485092" r:id="rId25"/>
    <p:sldLayoutId id="2147485093" r:id="rId26"/>
    <p:sldLayoutId id="2147485116" r:id="rId27"/>
    <p:sldLayoutId id="2147485161" r:id="rId28"/>
    <p:sldLayoutId id="2147485159" r:id="rId29"/>
    <p:sldLayoutId id="2147485119" r:id="rId30"/>
    <p:sldLayoutId id="2147485184" r:id="rId31"/>
    <p:sldLayoutId id="2147485137" r:id="rId32"/>
    <p:sldLayoutId id="2147485120" r:id="rId33"/>
    <p:sldLayoutId id="2147485121" r:id="rId34"/>
    <p:sldLayoutId id="2147485141" r:id="rId35"/>
    <p:sldLayoutId id="2147485163" r:id="rId36"/>
    <p:sldLayoutId id="2147485139" r:id="rId37"/>
    <p:sldLayoutId id="2147485140" r:id="rId38"/>
    <p:sldLayoutId id="2147485122" r:id="rId39"/>
    <p:sldLayoutId id="2147485123" r:id="rId40"/>
    <p:sldLayoutId id="2147485151" r:id="rId41"/>
    <p:sldLayoutId id="2147485168" r:id="rId42"/>
    <p:sldLayoutId id="2147485127" r:id="rId43"/>
    <p:sldLayoutId id="2147485169" r:id="rId44"/>
    <p:sldLayoutId id="2147485126" r:id="rId45"/>
    <p:sldLayoutId id="2147485170" r:id="rId46"/>
    <p:sldLayoutId id="2147485153" r:id="rId47"/>
    <p:sldLayoutId id="2147485171" r:id="rId48"/>
    <p:sldLayoutId id="2147485128" r:id="rId49"/>
    <p:sldLayoutId id="2147485129" r:id="rId50"/>
    <p:sldLayoutId id="2147485130" r:id="rId51"/>
    <p:sldLayoutId id="2147485131" r:id="rId52"/>
    <p:sldLayoutId id="2147485145" r:id="rId53"/>
    <p:sldLayoutId id="2147485133" r:id="rId54"/>
    <p:sldLayoutId id="2147485144" r:id="rId55"/>
    <p:sldLayoutId id="2147485134" r:id="rId56"/>
    <p:sldLayoutId id="2147485146" r:id="rId57"/>
    <p:sldLayoutId id="2147485160" r:id="rId58"/>
    <p:sldLayoutId id="2147485172" r:id="rId59"/>
    <p:sldLayoutId id="2147485173" r:id="rId60"/>
    <p:sldLayoutId id="2147485174" r:id="rId61"/>
    <p:sldLayoutId id="2147485175" r:id="rId62"/>
    <p:sldLayoutId id="2147485176" r:id="rId63"/>
    <p:sldLayoutId id="2147485177" r:id="rId64"/>
    <p:sldLayoutId id="2147485178" r:id="rId65"/>
    <p:sldLayoutId id="2147485179" r:id="rId66"/>
    <p:sldLayoutId id="2147485180"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tags" Target="../tags/tag84.xml"/><Relationship Id="rId7" Type="http://schemas.openxmlformats.org/officeDocument/2006/relationships/oleObject" Target="../embeddings/oleObject17.bin"/><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image" Target="../media/image10.emf"/><Relationship Id="rId5" Type="http://schemas.openxmlformats.org/officeDocument/2006/relationships/oleObject" Target="../embeddings/oleObject16.bin"/><Relationship Id="rId4"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8DB88079-4CFC-3A07-EAC6-F42F83D9F7FC}"/>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F3865D3-5602-FB72-4DDC-D8D544E43DC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4" name="Object 3" hidden="1">
                        <a:extLst>
                          <a:ext uri="{FF2B5EF4-FFF2-40B4-BE49-F238E27FC236}">
                            <a16:creationId xmlns:a16="http://schemas.microsoft.com/office/drawing/2014/main" id="{2F3865D3-5602-FB72-4DDC-D8D544E43DC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204233E-D808-43F8-E8D2-630EBED07FDB}"/>
              </a:ext>
            </a:extLst>
          </p:cNvPr>
          <p:cNvSpPr>
            <a:spLocks noGrp="1"/>
          </p:cNvSpPr>
          <p:nvPr>
            <p:ph type="title"/>
          </p:nvPr>
        </p:nvSpPr>
        <p:spPr>
          <a:xfrm>
            <a:off x="630000" y="622800"/>
            <a:ext cx="10933200" cy="387798"/>
          </a:xfrm>
        </p:spPr>
        <p:txBody>
          <a:bodyPr anchor="t"/>
          <a:lstStyle/>
          <a:p>
            <a:r>
              <a:rPr lang="en-US" sz="2800" dirty="0"/>
              <a:t>[Slide Title]</a:t>
            </a:r>
          </a:p>
        </p:txBody>
      </p:sp>
      <p:sp>
        <p:nvSpPr>
          <p:cNvPr id="2" name="Rectangle 1">
            <a:extLst>
              <a:ext uri="{FF2B5EF4-FFF2-40B4-BE49-F238E27FC236}">
                <a16:creationId xmlns:a16="http://schemas.microsoft.com/office/drawing/2014/main" id="{477E036F-AF50-32A5-AA87-4A97F3F6A88D}"/>
              </a:ext>
            </a:extLst>
          </p:cNvPr>
          <p:cNvSpPr/>
          <p:nvPr/>
        </p:nvSpPr>
        <p:spPr>
          <a:xfrm>
            <a:off x="641671" y="5371165"/>
            <a:ext cx="10933200" cy="957888"/>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600" b="1" dirty="0">
                <a:solidFill>
                  <a:srgbClr val="000000"/>
                </a:solidFill>
              </a:rPr>
              <a:t>Recommendation:</a:t>
            </a:r>
            <a:endParaRPr lang="en-US" sz="1200" dirty="0">
              <a:solidFill>
                <a:srgbClr val="000000"/>
              </a:solidFill>
            </a:endParaRPr>
          </a:p>
        </p:txBody>
      </p:sp>
      <p:sp>
        <p:nvSpPr>
          <p:cNvPr id="8" name="Rectangle 7">
            <a:extLst>
              <a:ext uri="{FF2B5EF4-FFF2-40B4-BE49-F238E27FC236}">
                <a16:creationId xmlns:a16="http://schemas.microsoft.com/office/drawing/2014/main" id="{942B0D30-68D6-1748-728E-7FA73A5976EC}"/>
              </a:ext>
            </a:extLst>
          </p:cNvPr>
          <p:cNvSpPr/>
          <p:nvPr/>
        </p:nvSpPr>
        <p:spPr>
          <a:xfrm>
            <a:off x="838228" y="1696609"/>
            <a:ext cx="2328814" cy="276999"/>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rgbClr val="21BF61"/>
                </a:solidFill>
              </a:rPr>
              <a:t>[Chart Title/ Callout]</a:t>
            </a:r>
          </a:p>
        </p:txBody>
      </p:sp>
      <p:graphicFrame>
        <p:nvGraphicFramePr>
          <p:cNvPr id="17" name="Object 16" hidden="1">
            <a:extLst>
              <a:ext uri="{FF2B5EF4-FFF2-40B4-BE49-F238E27FC236}">
                <a16:creationId xmlns:a16="http://schemas.microsoft.com/office/drawing/2014/main" id="{C2F07A64-3882-0D42-C3A9-A3E2E5ACA011}"/>
              </a:ext>
            </a:extLst>
          </p:cNvPr>
          <p:cNvGraphicFramePr>
            <a:graphicFrameLocks noChangeAspect="1"/>
          </p:cNvGraphicFramePr>
          <p:nvPr>
            <p:custDataLst>
              <p:tags r:id="rId2"/>
            </p:custDataLst>
          </p:nvPr>
        </p:nvGraphicFramePr>
        <p:xfrm>
          <a:off x="153988" y="153988"/>
          <a:ext cx="1587" cy="1587"/>
        </p:xfrm>
        <a:graphic>
          <a:graphicData uri="http://schemas.openxmlformats.org/presentationml/2006/ole">
            <mc:AlternateContent xmlns:mc="http://schemas.openxmlformats.org/markup-compatibility/2006">
              <mc:Choice xmlns:v="urn:schemas-microsoft-com:vml" Requires="v">
                <p:oleObj name="think-cell Slide" r:id="rId7" imgW="270" imgH="270" progId="TCLayout.ActiveDocument.1">
                  <p:embed/>
                </p:oleObj>
              </mc:Choice>
              <mc:Fallback>
                <p:oleObj name="think-cell Slide" r:id="rId7" imgW="270" imgH="270" progId="TCLayout.ActiveDocument.1">
                  <p:embed/>
                  <p:pic>
                    <p:nvPicPr>
                      <p:cNvPr id="17" name="Object 16" hidden="1">
                        <a:extLst>
                          <a:ext uri="{FF2B5EF4-FFF2-40B4-BE49-F238E27FC236}">
                            <a16:creationId xmlns:a16="http://schemas.microsoft.com/office/drawing/2014/main" id="{C2F07A64-3882-0D42-C3A9-A3E2E5ACA011}"/>
                          </a:ext>
                        </a:extLst>
                      </p:cNvPr>
                      <p:cNvPicPr/>
                      <p:nvPr/>
                    </p:nvPicPr>
                    <p:blipFill>
                      <a:blip r:embed="rId8"/>
                      <a:stretch>
                        <a:fillRect/>
                      </a:stretch>
                    </p:blipFill>
                    <p:spPr>
                      <a:xfrm>
                        <a:off x="153988" y="153988"/>
                        <a:ext cx="1587" cy="1587"/>
                      </a:xfrm>
                      <a:prstGeom prst="rect">
                        <a:avLst/>
                      </a:prstGeom>
                    </p:spPr>
                  </p:pic>
                </p:oleObj>
              </mc:Fallback>
            </mc:AlternateContent>
          </a:graphicData>
        </a:graphic>
      </p:graphicFrame>
      <p:sp>
        <p:nvSpPr>
          <p:cNvPr id="18" name="Rectangle 17" hidden="1">
            <a:extLst>
              <a:ext uri="{FF2B5EF4-FFF2-40B4-BE49-F238E27FC236}">
                <a16:creationId xmlns:a16="http://schemas.microsoft.com/office/drawing/2014/main" id="{F3373025-70F2-206E-C2A9-CF622E9D0E06}"/>
              </a:ext>
            </a:extLst>
          </p:cNvPr>
          <p:cNvSpPr/>
          <p:nvPr>
            <p:custDataLst>
              <p:tags r:id="rId3"/>
            </p:custDataLst>
          </p:nvPr>
        </p:nvSpPr>
        <p:spPr bwMode="gray">
          <a:xfrm>
            <a:off x="152400" y="15240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spcAft>
                <a:spcPct val="0"/>
              </a:spcAft>
            </a:pPr>
            <a:endParaRPr lang="en-US" sz="1600">
              <a:solidFill>
                <a:srgbClr val="FFFFFF"/>
              </a:solidFill>
              <a:latin typeface="Trebuchet MS" panose="020B0603020202020204" pitchFamily="34" charset="0"/>
              <a:sym typeface="Trebuchet MS" panose="020B0603020202020204" pitchFamily="34" charset="0"/>
            </a:endParaRPr>
          </a:p>
        </p:txBody>
      </p:sp>
      <p:sp>
        <p:nvSpPr>
          <p:cNvPr id="50" name="Rectangle 49">
            <a:extLst>
              <a:ext uri="{FF2B5EF4-FFF2-40B4-BE49-F238E27FC236}">
                <a16:creationId xmlns:a16="http://schemas.microsoft.com/office/drawing/2014/main" id="{E9B0969E-E6A1-262E-0D0C-27C4EB66645E}"/>
              </a:ext>
            </a:extLst>
          </p:cNvPr>
          <p:cNvSpPr/>
          <p:nvPr/>
        </p:nvSpPr>
        <p:spPr>
          <a:xfrm>
            <a:off x="695959" y="2124979"/>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1" name="Rectangle 50">
            <a:extLst>
              <a:ext uri="{FF2B5EF4-FFF2-40B4-BE49-F238E27FC236}">
                <a16:creationId xmlns:a16="http://schemas.microsoft.com/office/drawing/2014/main" id="{BF4368DF-6E20-14F0-6E67-1E1CD9E7A1F1}"/>
              </a:ext>
            </a:extLst>
          </p:cNvPr>
          <p:cNvSpPr/>
          <p:nvPr/>
        </p:nvSpPr>
        <p:spPr>
          <a:xfrm>
            <a:off x="4152757" y="2163569"/>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2" name="Rectangle 51">
            <a:extLst>
              <a:ext uri="{FF2B5EF4-FFF2-40B4-BE49-F238E27FC236}">
                <a16:creationId xmlns:a16="http://schemas.microsoft.com/office/drawing/2014/main" id="{E2B2A643-298F-D571-396A-2AD97701D1C3}"/>
              </a:ext>
            </a:extLst>
          </p:cNvPr>
          <p:cNvSpPr/>
          <p:nvPr/>
        </p:nvSpPr>
        <p:spPr>
          <a:xfrm>
            <a:off x="7476125" y="2155067"/>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3" name="Rectangle 52">
            <a:extLst>
              <a:ext uri="{FF2B5EF4-FFF2-40B4-BE49-F238E27FC236}">
                <a16:creationId xmlns:a16="http://schemas.microsoft.com/office/drawing/2014/main" id="{B52E5477-8A78-817E-6DEC-CF5CD1757B04}"/>
              </a:ext>
            </a:extLst>
          </p:cNvPr>
          <p:cNvSpPr/>
          <p:nvPr/>
        </p:nvSpPr>
        <p:spPr>
          <a:xfrm>
            <a:off x="4306799" y="1719502"/>
            <a:ext cx="2328814" cy="276999"/>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rgbClr val="21BF61"/>
                </a:solidFill>
              </a:rPr>
              <a:t>[Chart Title/ Callout]</a:t>
            </a:r>
          </a:p>
        </p:txBody>
      </p:sp>
      <p:sp>
        <p:nvSpPr>
          <p:cNvPr id="54" name="Rectangle 53">
            <a:extLst>
              <a:ext uri="{FF2B5EF4-FFF2-40B4-BE49-F238E27FC236}">
                <a16:creationId xmlns:a16="http://schemas.microsoft.com/office/drawing/2014/main" id="{AC2F7AF7-DC76-6C1A-0458-2264EDF24BF9}"/>
              </a:ext>
            </a:extLst>
          </p:cNvPr>
          <p:cNvSpPr/>
          <p:nvPr/>
        </p:nvSpPr>
        <p:spPr>
          <a:xfrm>
            <a:off x="7622972" y="1715577"/>
            <a:ext cx="2328814" cy="276999"/>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rgbClr val="21BF61"/>
                </a:solidFill>
              </a:rPr>
              <a:t>[Chart Title/ Callout]</a:t>
            </a:r>
          </a:p>
        </p:txBody>
      </p:sp>
      <p:sp>
        <p:nvSpPr>
          <p:cNvPr id="5" name="Rectangle 4">
            <a:extLst>
              <a:ext uri="{FF2B5EF4-FFF2-40B4-BE49-F238E27FC236}">
                <a16:creationId xmlns:a16="http://schemas.microsoft.com/office/drawing/2014/main" id="{DA3175F1-F880-FD13-5347-0D98BDB0DD10}"/>
              </a:ext>
            </a:extLst>
          </p:cNvPr>
          <p:cNvSpPr/>
          <p:nvPr/>
        </p:nvSpPr>
        <p:spPr>
          <a:xfrm>
            <a:off x="11804073" y="3685308"/>
            <a:ext cx="290946" cy="2951018"/>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6" name="Rectangle 5">
            <a:extLst>
              <a:ext uri="{FF2B5EF4-FFF2-40B4-BE49-F238E27FC236}">
                <a16:creationId xmlns:a16="http://schemas.microsoft.com/office/drawing/2014/main" id="{481B1DE6-2CDC-940C-8490-377786C3D307}"/>
              </a:ext>
            </a:extLst>
          </p:cNvPr>
          <p:cNvSpPr/>
          <p:nvPr/>
        </p:nvSpPr>
        <p:spPr>
          <a:xfrm>
            <a:off x="11429699" y="6425644"/>
            <a:ext cx="159327" cy="238839"/>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Tree>
    <p:extLst>
      <p:ext uri="{BB962C8B-B14F-4D97-AF65-F5344CB8AC3E}">
        <p14:creationId xmlns:p14="http://schemas.microsoft.com/office/powerpoint/2010/main" val="1463983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39dcc26a-7131-49f4-a9eb-1c0521500c03"/>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3.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37.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8.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7.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6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4RGjgtUESheJieGFcsjDRQ"/>
</p:tagLst>
</file>

<file path=ppt/theme/theme1.xml><?xml version="1.0" encoding="utf-8"?>
<a:theme xmlns:a="http://schemas.openxmlformats.org/drawingml/2006/main" name="BCG Grid 16:9">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Presentation1" id="{9F202C15-0297-4FD9-95CD-005C6172BBB7}" vid="{593C2B70-5186-41B3-84B4-3F94B52F9FF3}"/>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Reader xmlns="0991f213-3730-40e2-91ec-6de05b6aabb5" xsi:nil="true"/>
    <Region xmlns="0991f213-3730-40e2-91ec-6de05b6aabb5" xsi:nil="true"/>
    <Rec_x002f_Can xmlns="0991f213-3730-40e2-91ec-6de05b6aabb5" xsi:nil="true"/>
    <_ip_UnifiedCompliancePolicyProperties xmlns="http://schemas.microsoft.com/sharepoint/v3" xsi:nil="true"/>
    <TaxCatchAll xmlns="36d2b8e5-71dc-415e-89f3-3c8649eed760" xsi:nil="true"/>
    <lcf76f155ced4ddcb4097134ff3c332f xmlns="0991f213-3730-40e2-91ec-6de05b6aabb5">
      <Terms xmlns="http://schemas.microsoft.com/office/infopath/2007/PartnerControls"/>
    </lcf76f155ced4ddcb4097134ff3c332f>
    <Level xmlns="0991f213-3730-40e2-91ec-6de05b6aabb5" xsi:nil="true"/>
    <_Flow_SignoffStatus xmlns="0991f213-3730-40e2-91ec-6de05b6aabb5" xsi:nil="true"/>
    <Insights xmlns="0991f213-3730-40e2-91ec-6de05b6aabb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317974F467E37438C146AD78195A289" ma:contentTypeVersion="27" ma:contentTypeDescription="Create a new document." ma:contentTypeScope="" ma:versionID="e03602932086b18a40c6e416cb2a7f69">
  <xsd:schema xmlns:xsd="http://www.w3.org/2001/XMLSchema" xmlns:xs="http://www.w3.org/2001/XMLSchema" xmlns:p="http://schemas.microsoft.com/office/2006/metadata/properties" xmlns:ns1="http://schemas.microsoft.com/sharepoint/v3" xmlns:ns2="0991f213-3730-40e2-91ec-6de05b6aabb5" xmlns:ns3="36d2b8e5-71dc-415e-89f3-3c8649eed760" targetNamespace="http://schemas.microsoft.com/office/2006/metadata/properties" ma:root="true" ma:fieldsID="3833a751b348f4aa5ccc35fecd3b1d1f" ns1:_="" ns2:_="" ns3:_="">
    <xsd:import namespace="http://schemas.microsoft.com/sharepoint/v3"/>
    <xsd:import namespace="0991f213-3730-40e2-91ec-6de05b6aabb5"/>
    <xsd:import namespace="36d2b8e5-71dc-415e-89f3-3c8649eed76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lcf76f155ced4ddcb4097134ff3c332f" minOccurs="0"/>
                <xsd:element ref="ns3:TaxCatchAll" minOccurs="0"/>
                <xsd:element ref="ns2:MediaServiceLocation" minOccurs="0"/>
                <xsd:element ref="ns2:MediaServiceGenerationTime" minOccurs="0"/>
                <xsd:element ref="ns2:MediaServiceEventHashCode" minOccurs="0"/>
                <xsd:element ref="ns2:MediaServiceOCR" minOccurs="0"/>
                <xsd:element ref="ns3:SharedWithUsers" minOccurs="0"/>
                <xsd:element ref="ns3:SharedWithDetails" minOccurs="0"/>
                <xsd:element ref="ns2:Reader" minOccurs="0"/>
                <xsd:element ref="ns2:Level" minOccurs="0"/>
                <xsd:element ref="ns2:Region" minOccurs="0"/>
                <xsd:element ref="ns2:Insights" minOccurs="0"/>
                <xsd:element ref="ns2:Rec_x002f_Can" minOccurs="0"/>
                <xsd:element ref="ns1:_ip_UnifiedCompliancePolicyProperties" minOccurs="0"/>
                <xsd:element ref="ns1:_ip_UnifiedCompliancePolicyUIAction" minOccurs="0"/>
                <xsd:element ref="ns2:_Flow_SignoffStatu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8" nillable="true" ma:displayName="Unified Compliance Policy Properties" ma:hidden="true" ma:internalName="_ip_UnifiedCompliancePolicyProperties">
      <xsd:simpleType>
        <xsd:restriction base="dms:Note"/>
      </xsd:simpleType>
    </xsd:element>
    <xsd:element name="_ip_UnifiedCompliancePolicyUIAction" ma:index="2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91f213-3730-40e2-91ec-6de05b6aab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1edaf98-933d-48b7-9af8-6bdbb703d060" ma:termSetId="09814cd3-568e-fe90-9814-8d621ff8fb84" ma:anchorId="fba54fb3-c3e1-fe81-a776-ca4b69148c4d" ma:open="true" ma:isKeyword="false">
      <xsd:complexType>
        <xsd:sequence>
          <xsd:element ref="pc:Terms" minOccurs="0" maxOccurs="1"/>
        </xsd:sequence>
      </xsd:complex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Reader" ma:index="23" nillable="true" ma:displayName="Reader" ma:description="Who from Design team has / wants to read this item" ma:format="Dropdown" ma:internalName="Reader">
      <xsd:simpleType>
        <xsd:restriction base="dms:Text">
          <xsd:maxLength value="255"/>
        </xsd:restriction>
      </xsd:simpleType>
    </xsd:element>
    <xsd:element name="Level" ma:index="24" nillable="true" ma:displayName="Level" ma:format="Dropdown" ma:internalName="Level">
      <xsd:simpleType>
        <xsd:restriction base="dms:Choice">
          <xsd:enumeration value="Campus"/>
          <xsd:enumeration value="Industry"/>
          <xsd:enumeration value="Exec"/>
          <xsd:enumeration value="other"/>
        </xsd:restriction>
      </xsd:simpleType>
    </xsd:element>
    <xsd:element name="Region" ma:index="25" nillable="true" ma:displayName="Region" ma:format="Dropdown" ma:internalName="Region">
      <xsd:simpleType>
        <xsd:restriction base="dms:Choice">
          <xsd:enumeration value="NAMR"/>
          <xsd:enumeration value="EMESA"/>
          <xsd:enumeration value="APAC"/>
          <xsd:enumeration value="Global"/>
        </xsd:restriction>
      </xsd:simpleType>
    </xsd:element>
    <xsd:element name="Insights" ma:index="26" nillable="true" ma:displayName="Insights" ma:description="A space to capture insights and highlights from the interview, to help us find sources if needed later." ma:format="Dropdown" ma:internalName="Insights">
      <xsd:simpleType>
        <xsd:restriction base="dms:Note">
          <xsd:maxLength value="255"/>
        </xsd:restriction>
      </xsd:simpleType>
    </xsd:element>
    <xsd:element name="Rec_x002f_Can" ma:index="27" nillable="true" ma:displayName="Rec / Can" ma:format="Dropdown" ma:internalName="Rec_x002f_Can">
      <xsd:simpleType>
        <xsd:restriction base="dms:Choice">
          <xsd:enumeration value="Recruiter"/>
          <xsd:enumeration value="Candidate"/>
        </xsd:restriction>
      </xsd:simpleType>
    </xsd:element>
    <xsd:element name="_Flow_SignoffStatus" ma:index="30" nillable="true" ma:displayName="Sign-off status" ma:internalName="Sign_x002d_off_x0020_status">
      <xsd:simpleType>
        <xsd:restriction base="dms:Text"/>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2" nillable="true" ma:displayName="MediaServiceSearchProperties" ma:hidden="true" ma:internalName="MediaServiceSearchPropertie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6d2b8e5-71dc-415e-89f3-3c8649eed760"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3f2f81cf-8db6-41f8-8a1e-7000546bd34b}" ma:internalName="TaxCatchAll" ma:showField="CatchAllData" ma:web="36d2b8e5-71dc-415e-89f3-3c8649eed760">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0D9CDD6-302A-4910-894A-79BA7510E5E5}">
  <ds:schemaRefs>
    <ds:schemaRef ds:uri="http://schemas.microsoft.com/sharepoint/v3/contenttype/forms"/>
  </ds:schemaRefs>
</ds:datastoreItem>
</file>

<file path=customXml/itemProps2.xml><?xml version="1.0" encoding="utf-8"?>
<ds:datastoreItem xmlns:ds="http://schemas.openxmlformats.org/officeDocument/2006/customXml" ds:itemID="{F2416FAC-37CA-4AF3-9A4A-9E56DF196B4D}">
  <ds:schemaRefs>
    <ds:schemaRef ds:uri="http://schemas.microsoft.com/office/2006/metadata/properties"/>
    <ds:schemaRef ds:uri="http://schemas.microsoft.com/office/infopath/2007/PartnerControls"/>
    <ds:schemaRef ds:uri="http://schemas.microsoft.com/sharepoint/v3"/>
    <ds:schemaRef ds:uri="0991f213-3730-40e2-91ec-6de05b6aabb5"/>
    <ds:schemaRef ds:uri="36d2b8e5-71dc-415e-89f3-3c8649eed760"/>
  </ds:schemaRefs>
</ds:datastoreItem>
</file>

<file path=customXml/itemProps3.xml><?xml version="1.0" encoding="utf-8"?>
<ds:datastoreItem xmlns:ds="http://schemas.openxmlformats.org/officeDocument/2006/customXml" ds:itemID="{9AFEDB00-AE08-4CC7-908B-138CC2F888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991f213-3730-40e2-91ec-6de05b6aabb5"/>
    <ds:schemaRef ds:uri="36d2b8e5-71dc-415e-89f3-3c8649eed7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BCG Grid 16:9</Template>
  <TotalTime>108</TotalTime>
  <Words>24</Words>
  <Application>Microsoft Office PowerPoint</Application>
  <PresentationFormat>Widescreen</PresentationFormat>
  <Paragraphs>5</Paragraphs>
  <Slides>1</Slides>
  <Notes>0</Notes>
  <HiddenSlides>0</HiddenSlides>
  <MMClips>0</MMClips>
  <ScaleCrop>false</ScaleCrop>
  <HeadingPairs>
    <vt:vector size="10"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1</vt:i4>
      </vt:variant>
      <vt:variant>
        <vt:lpstr>Custom Shows</vt:lpstr>
      </vt:variant>
      <vt:variant>
        <vt:i4>1</vt:i4>
      </vt:variant>
    </vt:vector>
  </HeadingPairs>
  <TitlesOfParts>
    <vt:vector size="6" baseType="lpstr">
      <vt:lpstr>Arial</vt:lpstr>
      <vt:lpstr>Trebuchet MS</vt:lpstr>
      <vt:lpstr>BCG Grid 16:9</vt:lpstr>
      <vt:lpstr>think-cell Slide</vt:lpstr>
      <vt:lpstr>[Slide Title]</vt:lpstr>
      <vt:lpstr>Format Guide Workshop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Scobee, Kyle</dc:creator>
  <cp:lastModifiedBy>Lancaster, Devon</cp:lastModifiedBy>
  <cp:revision>8</cp:revision>
  <cp:lastPrinted>2016-04-06T18:59:25Z</cp:lastPrinted>
  <dcterms:created xsi:type="dcterms:W3CDTF">2025-04-28T17:07:03Z</dcterms:created>
  <dcterms:modified xsi:type="dcterms:W3CDTF">2025-07-22T18:01:18Z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2025-04-28T17:07:45Z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f2528353-4ad6-4815-81e0-0b5048609e13</vt:lpwstr>
  </property>
  <property fmtid="{D5CDD505-2E9C-101B-9397-08002B2CF9AE}" pid="13" name="MSIP_Label_b0d5c4f4-7a29-4385-b7a5-afbe2154ae6f_ContentBits">
    <vt:lpwstr>0</vt:lpwstr>
  </property>
  <property fmtid="{D5CDD505-2E9C-101B-9397-08002B2CF9AE}" pid="14" name="MSIP_Label_b0d5c4f4-7a29-4385-b7a5-afbe2154ae6f_Tag">
    <vt:lpwstr>50, 3, 0, 1</vt:lpwstr>
  </property>
  <property fmtid="{D5CDD505-2E9C-101B-9397-08002B2CF9AE}" pid="15" name="ContentTypeId">
    <vt:lpwstr>0x0101008317974F467E37438C146AD78195A289</vt:lpwstr>
  </property>
</Properties>
</file>